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基于深度学习的工业产品表面缺陷智能检测系统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制造智能技术课程设计答辩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汇报人：</a:t>
            </a:r>
            <a:r>
              <a:rPr lang="zh-CN"/>
              <a:t>王海阔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83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选题说明与技术方向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80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系统架构与方案设计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880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数据资源构建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77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系统实现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977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测试与结果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7491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AI使用披露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377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07491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A5C"/>
                </a:solidFill>
              </a:defRPr>
            </a:pPr>
            <a:r>
              <a:t>传统人工检测的痛点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检测效率低，难以匹配高速生产线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检测结果受人员疲劳、经验差异影响，一致性差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微小缺陷难以肉眼识别，漏检率高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检测结果难以数字化管理和追溯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AI智能检测的优势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检测速度快，可实现实时在线检测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算法一致性好，不受人员状态影响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深度学习可识别微小和复杂缺陷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● 检测结果数字化存储，支持质量追溯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本项目运用 Vibe Coding 方法，开发 B/S 架构的工业表面缺陷智能检测系统，实现缺陷的自动化识别与定位。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选题说明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题目：基于深度学习的工业产品表面缺陷智能检测系统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56032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收集NEU-DET数据集</a:t>
            </a:r>
            <a:br/>
            <a:r>
              <a:t>完成数据清洗、标注转换、数据增强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286000"/>
            <a:ext cx="256032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算法层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83464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ResNet50缺陷分类</a:t>
            </a:r>
            <a:br/>
            <a:r>
              <a:t>YOLOv8缺陷定位检测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56032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系统层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B/S架构Web应用</a:t>
            </a:r>
            <a:br/>
            <a:r>
              <a:t>前端+后端+数据库+算法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286000"/>
            <a:ext cx="2560320" cy="5486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工程层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83464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Vibe Coding开发</a:t>
            </a:r>
            <a:br/>
            <a:r>
              <a:t>Git版本控制+自动化测试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应用场景：热轧钢带表面质量检测，具有真实工业业务意义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技术方向映射（4个课程技术方向）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3716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深度学习与卷积神经网络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系统应用：ResNet50缺陷分类、YOLOv8目标检测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关键技术：卷积层、反向传播、迁移学习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13716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计算机视觉与图像处理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系统应用：图像预处理、数据增强、结果可视化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关键技术：Letterbox、归一化、边界框绘制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3716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机器学习与模式识别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系统应用：模型训练评估、超参数优化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关键技术：准确率、mAP、混淆矩阵、交叉验证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3716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智能制造系统与架构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系统应用：B/S架构设计、API接口、流程集成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03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关键技术：前后端分离、RESTful API、数据库设计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表现层（前端）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965960"/>
            <a:ext cx="94183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05740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HTML + CSS + JavaScript + Bootstrap 5 + ECharts</a:t>
            </a:r>
            <a:br/>
            <a:r>
              <a:t>登录页 / 检测页 / 历史记录 / 统计仪表盘 / 模型管理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926080"/>
            <a:ext cx="94183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9923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业务逻辑层（后端）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429000"/>
            <a:ext cx="94183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52044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Python + Flask</a:t>
            </a:r>
            <a:br/>
            <a:r>
              <a:t>认证模块 | 检测模块 | 记录模块 | 统计模块 | 模型管理</a:t>
            </a:r>
            <a:br/>
            <a:r>
              <a:t>算法模块：预处理 → 分类 → 检测 → 后处理 → 可视化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389120"/>
            <a:ext cx="941832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6227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92040"/>
            <a:ext cx="94183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SQLite 数据库（users / detection_records / defect_details）</a:t>
            </a:r>
            <a:br/>
            <a:r>
              <a:t>文件系统（原始图片 / 结果标注图片 / 模型权重）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技术栈：Flask + PyTorch + OpenCV + SQLite + Bootstrap + ECharts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C/S 桌面客户端（新增）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0175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• Python Tkinter 桌面应用</a:t>
            </a:r>
            <a:br/>
            <a:r>
              <a:t>• 登录 / 缺陷检测 / 历史记录 / 统计仪表盘</a:t>
            </a:r>
            <a:br/>
            <a:r>
              <a:t>• 调用同一套后端 RESTful API</a:t>
            </a:r>
            <a:br/>
            <a:r>
              <a:t>• 适合产线单机操作场景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算法方案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分类模型：ResNet50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ImageNet预训练 + 迁移学习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替换最后一层为6分类输出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冻结骨干网络预训练 + 全网络微调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交叉熵损失 + Adam优化器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输入尺寸 224×224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035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检测模型：YOLOv8s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COCO预训练 + NEU-DET微调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单阶段检测，速度快精度高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训练100轮，batch=16，imgsz=640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CIoU损失 + Mosaic数据增强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输出边界框 + 类别 + 置信度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检测流水线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图像上传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0552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0552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2463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分类判断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3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4375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5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缺陷检测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5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NMS后处理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坐标映射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12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40111" y="5120640"/>
            <a:ext cx="14630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1" y="5257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可视化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数据资源构建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</a:defRPr>
            </a:pPr>
            <a:r>
              <a:t>NEU-DET 热轧钢带表面缺陷数据集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东北大学工业自动化实验室发布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1800张灰度图像（200×200）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6类缺陷，每类300张，数据均衡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PASCAL VOC XML边界框标注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6类缺陷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裂纹 crazing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1168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8483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夹杂 inclusion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1460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87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斑块 patches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51460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587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麻点 pitted_surface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90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氧化皮 rolled-in_scale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017520"/>
            <a:ext cx="24688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090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划痕 scratches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数据预处理流程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2103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数据清洗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1488" y="4663440"/>
            <a:ext cx="2103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VOC→YOLO格式转换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4336" y="4663440"/>
            <a:ext cx="2103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7:2:1分层划分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87183" y="4663440"/>
            <a:ext cx="2103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7183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尺寸归一化640×640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00032" y="4663440"/>
            <a:ext cx="2103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生成dataset.yaml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预处理脚本：data/preprocess.py，支持命令行参数配置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系统实现 — 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登录/注册页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47472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用户认证入口</a:t>
            </a:r>
            <a:br/>
            <a:r>
              <a:t>默认管理员 admin/admin123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4747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检测主页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965960"/>
            <a:ext cx="347472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拖拽/点击上传</a:t>
            </a:r>
            <a:br/>
            <a:r>
              <a:t>快速/精确模式切换</a:t>
            </a:r>
            <a:br/>
            <a:r>
              <a:t>置信度阈值调节</a:t>
            </a:r>
            <a:br/>
            <a:r>
              <a:t>结果可视化展示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4747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历史记录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965960"/>
            <a:ext cx="347472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分页列表查询</a:t>
            </a:r>
            <a:br/>
            <a:r>
              <a:t>缺陷类型/日期筛选</a:t>
            </a:r>
            <a:br/>
            <a:r>
              <a:t>详情查看</a:t>
            </a:r>
            <a:br/>
            <a:r>
              <a:t>CSV导出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4747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统计仪表盘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347472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ECharts图表</a:t>
            </a:r>
            <a:br/>
            <a:r>
              <a:t>近7天检测趋势</a:t>
            </a:r>
            <a:br/>
            <a:r>
              <a:t>缺陷类型分布饼图</a:t>
            </a:r>
            <a:br/>
            <a:r>
              <a:t>模型性能统计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840480"/>
            <a:ext cx="34747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913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模型管理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4343400"/>
            <a:ext cx="347472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4480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模型列表查看</a:t>
            </a:r>
            <a:br/>
            <a:r>
              <a:t>置信度/IoU阈值配置</a:t>
            </a:r>
            <a:br/>
            <a:r>
              <a:t>管理员权限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技术：原生HTML+CSS+JS，Bootstrap 5 UI组件，ECharts数据可视化，Axios HTTP请求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C/S 桌面客户端实现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• 基于 Tkinter + requests，Python 标准库内置，无需额外安装</a:t>
            </a:r>
            <a:br/>
            <a:r>
              <a:t>• 三标签页布局：缺陷检测（图片预览+结果文本）、历史记录（Treeview表格）、统计仪表盘（卡片+条形图）</a:t>
            </a:r>
            <a:br/>
            <a:r>
              <a:t>• 与 B/S 端共享后端服务和数据库，数据实时同步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系统实现 — 后端与算法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</a:defRPr>
            </a:pPr>
            <a:r>
              <a:t>后端API（5个模块）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认证模块：注册/登录/登出/用户信息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检测模块：单张上传检测/批量检测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记录模块：列表/详情/删除/CSV导出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统计模块：概览/趋势/分布/模型性能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模型管理：模型列表/阈值配置（管理员）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算法模块（4个子模块）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预处理：Letterbox、归一化、增强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分类器：ResNet50（含模拟推理降级）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检测器：YOLOv8（含模拟推理降级）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推理流水线：分类→检测→NMS→可视化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1106424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</a:defRPr>
            </a:pPr>
            <a:r>
              <a:t>创新设计：模拟推理降级模式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当模型权重文件不存在时，系统自动切换到基于图像纹理特征（边缘密度、局部方差、亮度分布）的启发式模拟推理，</a:t>
            </a:r>
            <a:br/>
            <a:r>
              <a:t>保证系统在未训练模型时也能完整运行和演示。有GPU环境后，运行训练脚本即可切换为真实模型推理。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测试与结果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自动化测试用例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测试通过率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测试类覆盖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</a:defRPr>
            </a:pPr>
            <a:r>
              <a:t>测试覆盖范围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健康检查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API可用性验证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749039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8404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认证测试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160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注册/登录/登出/权限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8404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检测测试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60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未登录拦截/无文件/快速/精确模式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749039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8404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记录测试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60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列表/不存在/删除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统计测试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概览/模型性能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846320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模型管理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管理员权限/阈值更新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46320"/>
            <a:ext cx="265176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</a:defRPr>
            </a:pPr>
            <a:r>
              <a:t>算法测试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预处理/分类器/检测器/可视化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AI使用披露（Vibe Coding）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</a:defRPr>
            </a:pPr>
            <a:r>
              <a:t>使用的AI工具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豆包 AI 编程助手（主要工具）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DeepSeek-Coder（算法逻辑辅助）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完整对话记录保存在 prompt/ 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关键Prompt策略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角色设定 + 任务拆解 + 约束说明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提供项目结构和相关文件作为上下文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● 明确输入输出格式和验收标准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AI出错案例及纠正过程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坐标转换错误：VOC→YOLO未考虑resize尺寸 → 增加基于目标尺寸重新归一化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测试数据库冲突：临时文件导致数据残留 → 改用内存数据库+drop_all重建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静态文件路由：上传文件与源码混放 → 独立uploads目录+专门路由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代码仓库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554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Git完整提交历史，按阶段小步提交，共11次有意义提交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需求规格说明书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docs/需求规格说明书.md，功能/非功能需求完整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设计报告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26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docs/设计报告.md，背景/方案/实现/测试/AI披露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自动化测试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611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tests/test_api.py，25个用例全部通过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过程档案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prompt/目录3个会话JSON，完整AI对话记录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运行脚本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83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src/app.py，pip install + python app.py 一键启动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3716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README文档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669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项目说明、数据来源、快速开始、功能特性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35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</a:defRPr>
            </a:pPr>
            <a:r>
              <a:t>已完成工作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完整B/S + C/S双架构系统（前端6页面+后端5模块+算法4子模块）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ResNet50分类 + YOLOv8检测双模型架构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NEU-DET数据预处理与增强流水线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25个自动化测试用例全部通过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完整文档（需求规格+设计报告+README）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Vibe Coding全过程记录（Git+Prompt日志）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GPU环境下训练真实模型权重，提升检测精度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引入ONNX Runtime/TensorRT加速推理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增加批量异步检测和实时视频流检测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缺陷严重程度分级与工艺改进建议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Docker容器化部署，支持生产环境扩展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支持更多工业场景（PCB、铸件等）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</a:defRPr>
            </a:pPr>
            <a:r>
              <a:t>项目创新点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1. 分类+检测级联双模型架构，兼顾速度和精度</a:t>
            </a:r>
            <a:br/>
            <a:r>
              <a:t>2. 模拟推理降级设计，无模型权重时系统仍可完整运行演示</a:t>
            </a:r>
            <a:br/>
            <a:r>
              <a:t>3. 从数据预处理→模型训练→推理→可视化→测试的全链路工程化实现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敬请各位老师批评指正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代码仓库：https://github.com/qlbl6666/manufacturing-intelligent-course-design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3335</Words>
  <Application>WPS 演示</Application>
  <PresentationFormat>On-screen Show (4:3)</PresentationFormat>
  <Paragraphs>402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灵均</cp:lastModifiedBy>
  <cp:revision>3</cp:revision>
  <dcterms:created xsi:type="dcterms:W3CDTF">2013-01-27T09:14:00Z</dcterms:created>
  <dcterms:modified xsi:type="dcterms:W3CDTF">2026-09-13T09:42:00Z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0DD15C11265445548F4C47847759E16F_12</vt:lpwstr>
  </property>
  <property fmtid="{D5CDD505-2E9C-101B-9397-08002B2CF9AE}" pid="3" name="KSOProductBuildVer">
    <vt:lpwstr>2052-12.1.0.21915</vt:lpwstr>
  </property>
</Properties>
</file>